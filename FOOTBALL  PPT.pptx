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73553"/>
          </a:xfrm>
          <a:custGeom>
            <a:avLst/>
            <a:gdLst/>
            <a:ahLst/>
            <a:cxnLst/>
            <a:rect r="r" b="b" t="t" l="l"/>
            <a:pathLst>
              <a:path h="10273553" w="18288000">
                <a:moveTo>
                  <a:pt x="0" y="0"/>
                </a:moveTo>
                <a:lnTo>
                  <a:pt x="18288000" y="0"/>
                </a:lnTo>
                <a:lnTo>
                  <a:pt x="18288000" y="10273553"/>
                </a:lnTo>
                <a:lnTo>
                  <a:pt x="0" y="10273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90" t="-45527" r="-28505" b="-3350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49319"/>
          </a:xfrm>
          <a:custGeom>
            <a:avLst/>
            <a:gdLst/>
            <a:ahLst/>
            <a:cxnLst/>
            <a:rect r="r" b="b" t="t" l="l"/>
            <a:pathLst>
              <a:path h="10249319" w="18288000">
                <a:moveTo>
                  <a:pt x="0" y="0"/>
                </a:moveTo>
                <a:lnTo>
                  <a:pt x="18288000" y="0"/>
                </a:lnTo>
                <a:lnTo>
                  <a:pt x="18288000" y="10249319"/>
                </a:lnTo>
                <a:lnTo>
                  <a:pt x="0" y="10249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820" t="-49115" r="-28512" b="-3087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69" t="-49153" r="-28083" b="-2919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095" t="-50400" r="-28237" b="-2893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5698" cy="10287000"/>
          </a:xfrm>
          <a:custGeom>
            <a:avLst/>
            <a:gdLst/>
            <a:ahLst/>
            <a:cxnLst/>
            <a:rect r="r" b="b" t="t" l="l"/>
            <a:pathLst>
              <a:path h="10287000" w="18265698">
                <a:moveTo>
                  <a:pt x="0" y="0"/>
                </a:moveTo>
                <a:lnTo>
                  <a:pt x="18265698" y="0"/>
                </a:lnTo>
                <a:lnTo>
                  <a:pt x="182656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820" t="-48387" r="-28512" b="-3072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479" y="0"/>
            <a:ext cx="18704959" cy="10521539"/>
          </a:xfrm>
          <a:custGeom>
            <a:avLst/>
            <a:gdLst/>
            <a:ahLst/>
            <a:cxnLst/>
            <a:rect r="r" b="b" t="t" l="l"/>
            <a:pathLst>
              <a:path h="10521539" w="18704959">
                <a:moveTo>
                  <a:pt x="0" y="0"/>
                </a:moveTo>
                <a:lnTo>
                  <a:pt x="18704958" y="0"/>
                </a:lnTo>
                <a:lnTo>
                  <a:pt x="18704958" y="10521539"/>
                </a:lnTo>
                <a:lnTo>
                  <a:pt x="0" y="10521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681" t="-50262" r="-28160" b="-2857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DAG8nqmcowU</dc:identifier>
  <dcterms:modified xsi:type="dcterms:W3CDTF">2011-08-01T06:04:30Z</dcterms:modified>
  <cp:revision>1</cp:revision>
  <dc:title>Data Analitisys</dc:title>
</cp:coreProperties>
</file>